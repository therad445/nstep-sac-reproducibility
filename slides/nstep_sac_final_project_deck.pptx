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685800"/>
            <a:ext cx="3337560" cy="3337560"/>
          </a:xfrm>
          <a:prstGeom prst="ellipse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170432"/>
            <a:ext cx="6858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Stress-Testing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n-step Soft Actor-Critic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Bounded reproduction and ablation study under limited compute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840480"/>
            <a:ext cx="580644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50208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Core question: does n-step credit assignment help SAC, and when does it become unstable?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6080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RL final project • Radmir 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Motivation: credit assignment is the bottleneck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1-step targets are stable, but rewards move backward slowly.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48840" y="338328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0" y="338328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995160" y="338328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2862072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09067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sₜ, aₜ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2862072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1F5F9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309067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rₜ₊₁…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intermediate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23560" y="2862072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309067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rₜ₊ₙ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delayed reward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46720" y="2862072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309067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Q target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critic target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017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N-step returns can propagate rewards faster.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489204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50017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 off-policy SAC, longer targets can add bias and variance.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38360" y="2606040"/>
            <a:ext cx="16916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tension: sample efficiency vs stability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focus: test horizons n=1, 3, 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SAC baseline: strong off-policy continuous control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good baseline should already be hard to improve.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2487168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615184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Replay buffer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0976" y="291693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off-policy data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86200" y="1664208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D1FAE5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95928" y="1792224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Actor π(a|s)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14216" y="209397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squashed Gaussian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86200" y="2999232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3127248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Twin critics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14216" y="342900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min(Q₁,Q₂)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55080" y="2487168"/>
            <a:ext cx="1920240" cy="786384"/>
          </a:xfrm>
          <a:prstGeom prst="roundRect">
            <a:avLst>
              <a:gd name="adj" fmla="val 6977"/>
            </a:avLst>
          </a:prstGeom>
          <a:solidFill>
            <a:srgbClr val="F3E8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615184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Target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3096" y="291693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entropy adjusted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4901184"/>
            <a:ext cx="713232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5010912"/>
            <a:ext cx="6839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target = rₜ + γ · (min Q_target(sₜ₊₁,aₜ₊₁) − α log π(aₜ₊₁|sₜ₊₁))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2103120"/>
            <a:ext cx="292608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Entropy regularization stabilizes exploration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Twin critics reduce overestimation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makes the n-step problem off-policy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1-step to n-step targets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same SAC update, but a different critic target.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389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" y="1938528"/>
            <a:ext cx="4096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1-step: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Gₜ = rₜ + γ V(sₜ₊₁)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3090672"/>
            <a:ext cx="6309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3200400"/>
            <a:ext cx="6016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n-step: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Gₜ⁽ⁿ⁾ = rₜ + γrₜ₊₁ + … + γⁿ⁻¹rₜ₊ₙ₋₁ + γⁿV(sₜ₊ₙ)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7830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8928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Benefit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Faster reward propagation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30632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31729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More off-policy bias and target variance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498348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5093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Project ablation: n = 1, 3, 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Place in the literature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project tests the central mechanism shared by recent n-step SAC work.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965960" y="2944368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434840" y="2944368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903720" y="2944368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42316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67919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SAC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off-policy actor-critic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154680" y="242316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267919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n-step SAC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953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longer critic targets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623560" y="242316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267919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SACn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2953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off-policy correction problem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8092440" y="242316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3E8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267919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T-SAC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953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trajectory chunks + critic context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1280160" y="4617720"/>
            <a:ext cx="90525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72744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This project: small-compute ablation of naive n-step SAC (n=1 vs 3 vs 5).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question and hypotheses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small experiment with a clear failure mode is better than a vague SOTA claim.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Research question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756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 n-step returns improve SAC under limited compute, and how sensitive is the result to the horizon?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600200"/>
            <a:ext cx="1648206" cy="4343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2824" y="1655064"/>
            <a:ext cx="15384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Method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186166" y="1600200"/>
            <a:ext cx="1506931" cy="4343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1030" y="1655064"/>
            <a:ext cx="139720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Target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93097" y="1600200"/>
            <a:ext cx="1554023" cy="4343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47961" y="1655064"/>
            <a:ext cx="144429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Expectation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37960" y="2034540"/>
            <a:ext cx="1648206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2089404"/>
            <a:ext cx="15384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SAC n=1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186166" y="2034540"/>
            <a:ext cx="1506931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1030" y="2089404"/>
            <a:ext cx="139720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baseline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693097" y="2034540"/>
            <a:ext cx="1554023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7961" y="2089404"/>
            <a:ext cx="144429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stable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37960" y="2468880"/>
            <a:ext cx="1648206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2523744"/>
            <a:ext cx="15384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SAC n=3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186166" y="2468880"/>
            <a:ext cx="1506931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1030" y="2523744"/>
            <a:ext cx="139720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moderate horizon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9693097" y="2468880"/>
            <a:ext cx="1554023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47961" y="2523744"/>
            <a:ext cx="144429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expected to help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537960" y="2903220"/>
            <a:ext cx="1648206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2958084"/>
            <a:ext cx="15384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SAC n=5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186166" y="2903220"/>
            <a:ext cx="1506931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1030" y="2958084"/>
            <a:ext cx="139720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long horizon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9693097" y="2903220"/>
            <a:ext cx="1554023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47961" y="2958084"/>
            <a:ext cx="144429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riskier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60120" y="4160520"/>
            <a:ext cx="4800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outcome: learning curve and final return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outcome: failure and stability analysis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claim of full paper-scale reproduction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12280" y="429768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40740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Correct ambition: bounded reproduction + ablation.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Implementation: compact SAC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reproducible project structure, not just a notebook.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920240" y="3182112"/>
            <a:ext cx="502920" cy="0"/>
          </a:xfrm>
          <a:prstGeom prst="line">
            <a:avLst/>
          </a:prstGeom>
          <a:noFill/>
          <a:ln w="228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794760" y="3182112"/>
            <a:ext cx="502920" cy="0"/>
          </a:xfrm>
          <a:prstGeom prst="line">
            <a:avLst/>
          </a:prstGeom>
          <a:noFill/>
          <a:ln w="228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69280" y="3182112"/>
            <a:ext cx="502920" cy="0"/>
          </a:xfrm>
          <a:prstGeom prst="line">
            <a:avLst/>
          </a:prstGeom>
          <a:noFill/>
          <a:ln w="228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543800" y="3182112"/>
            <a:ext cx="502920" cy="0"/>
          </a:xfrm>
          <a:prstGeom prst="line">
            <a:avLst/>
          </a:prstGeom>
          <a:noFill/>
          <a:ln w="228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27889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9535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env step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50392" y="32278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MuJoCo/Gym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14600" y="27889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29535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n-step buffer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587752" y="32278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aggregate rewards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89120" y="27889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29535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replay buffer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462272" y="32278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sample batch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63640" y="27889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29535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SAC update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336792" y="32278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critic / actor / α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138160" y="27889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3E8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29535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CSV + plots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211312" y="32278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reproducible logs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875520" y="2121408"/>
            <a:ext cx="1965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Config-driven runs</a:t>
            </a:r>
            <a:endParaRPr lang="en-US" sz="1140" dirty="0"/>
          </a:p>
          <a:p>
            <a:r>
              <a:rPr lang="en-US" sz="11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CSV logs committed</a:t>
            </a:r>
            <a:endParaRPr lang="en-US" sz="1140" dirty="0"/>
          </a:p>
          <a:p>
            <a:r>
              <a:rPr lang="en-US" sz="11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plots for each environment</a:t>
            </a:r>
            <a:endParaRPr lang="en-US" sz="1140" dirty="0"/>
          </a:p>
          <a:p>
            <a:r>
              <a:rPr lang="en-US" sz="11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Reproduction card and limitations documented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explanation: n-step transition construction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only algorithmic change is before the replay buffer.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50749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737360"/>
            <a:ext cx="47823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reward_n = rₜ + γrₜ₊₁ + … + γⁿ⁻¹rₜ₊ₙ₋₁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discount_n = γᵏ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next_state = sₜ₊ₖ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3401568"/>
            <a:ext cx="5760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511296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target = reward_n + discount_n · (min Q_target(next_state, a) − α log π(a|next_state))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95160" y="1828800"/>
            <a:ext cx="37490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n=1, this is standard SAC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termination cuts the n-step window early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windows change target scale and noise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4709160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481888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Interpretation: horizon n is a stability parameter, not only a speed-up knob.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Small-compute by design: enough to test the mechanism, not enough for a general benchmark.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572768"/>
            <a:ext cx="1856232" cy="51816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627632"/>
            <a:ext cx="174650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Environment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33472" y="1572768"/>
            <a:ext cx="1697126" cy="51816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88336" y="1627632"/>
            <a:ext cx="158739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Steps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30598" y="1572768"/>
            <a:ext cx="1750162" cy="51816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5462" y="1627632"/>
            <a:ext cx="164043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Role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090928"/>
            <a:ext cx="1856232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145792"/>
            <a:ext cx="174650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Pendulum-v1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633472" y="2090928"/>
            <a:ext cx="1697126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2145792"/>
            <a:ext cx="158739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30,000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330598" y="2090928"/>
            <a:ext cx="1750162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5462" y="2145792"/>
            <a:ext cx="164043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sanity check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2609088"/>
            <a:ext cx="1856232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2663952"/>
            <a:ext cx="174650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HalfCheetah-v5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633472" y="2609088"/>
            <a:ext cx="1697126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2663952"/>
            <a:ext cx="158739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100,000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30598" y="2609088"/>
            <a:ext cx="1750162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5462" y="2663952"/>
            <a:ext cx="1640434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main benchmark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68680" y="376732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87705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Hardware: Ryzen 5700 laptop • WSL Ubuntu • CPU training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29400" y="1627632"/>
            <a:ext cx="43891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Seed: 0 for all completed runs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evaluation every few thousand steps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evaluation episodes per checkpoint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logs and plots saved in results/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4645152"/>
            <a:ext cx="4251960" cy="786384"/>
          </a:xfrm>
          <a:prstGeom prst="roundRect">
            <a:avLst>
              <a:gd name="adj" fmla="val 9302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475488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Honest limitation: single-seed results are evidence of a trend, not statistical proof.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Pendulum-v1: implementation sanity check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All variants converge, so the n-step target code is not obviously broken.</a:t>
            </a:r>
            <a:endParaRPr lang="en-US" sz="1050" dirty="0"/>
          </a:p>
        </p:txBody>
      </p:sp>
      <p:pic>
        <p:nvPicPr>
          <p:cNvPr id="4" name="Image 0" descr="/mnt/data/pendulum_learning_curves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4460"/>
            <a:ext cx="731520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200" y="1874520"/>
            <a:ext cx="30175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n-step variants train successfully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quality is similar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n=3 reaches good return quickly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is too simple for a strong claim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366760" y="4800600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9103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 as sanity, not as the main evidence.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HalfCheetah-v5: main ablation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Moderate horizon helps; longer horizon fails under the same settings.</a:t>
            </a:r>
            <a:endParaRPr lang="en-US" sz="1050" dirty="0"/>
          </a:p>
        </p:txBody>
      </p:sp>
      <p:pic>
        <p:nvPicPr>
          <p:cNvPr id="4" name="Image 0" descr="/mnt/data/halfcheetah_learning_curves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9304"/>
            <a:ext cx="7589520" cy="45537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4354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75320" y="1856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SAC n=1 final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01268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4579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12680" y="1856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SAC n=3 final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0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764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144000" y="31821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SAC n=5 final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75320" y="461772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472744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Main result: n=3 learns faster and reaches the best final return.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reading: the horizon matters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This is the useful failure mode of the project.</a:t>
            </a:r>
            <a:endParaRPr lang="en-US" sz="1050" dirty="0"/>
          </a:p>
        </p:txBody>
      </p:sp>
      <p:pic>
        <p:nvPicPr>
          <p:cNvPr id="4" name="Image 0" descr="/mnt/data/halfcheetah_final_return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74851"/>
            <a:ext cx="5120640" cy="28487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417320"/>
            <a:ext cx="43891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n=3 crosses return ≥3000 earlier than n=1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n=1 remains a strong baseline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n=5 never reaches high-return behavior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is not automatically better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37960" y="429768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440740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Moderate n-step credit assignment can help, but naive longer targets can destabilize off-policy SAC.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Weaknesses and limitations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project is useful because the claim is narrow.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46634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seed only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environments only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 T-SAC reproduction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SACn correction mechanism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hyperparameters for all horizons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laptop CPU compute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3796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I do not claim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0" y="1874520"/>
            <a:ext cx="39319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state of the art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proof that n=3 is always best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proof that n=5 always fails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80160" y="4892040"/>
            <a:ext cx="9372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5001768"/>
            <a:ext cx="9098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Correct claim: in this limited-compute setting, n=3 improved HalfCheetah learning; n=5 failed under the same hyperparameters.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next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small experiment, but a clear trade-off.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was done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41148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configurable n-step SAC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 Pendulum sanity experiment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 HalfCheetah main ablation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Logged raw CSV + plots + reproduction notes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504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Main result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984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n=3 helped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83880" y="18745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984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n=1 remained strong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78040" y="2788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898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n=5 failed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51560" y="5120640"/>
            <a:ext cx="9784080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230368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N-step horizon is a stability parameter, not a bigger-is-better knob.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n-step SAC final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Backup: likely defense questions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Short answers for the discussion.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744468" cy="5486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472184"/>
            <a:ext cx="36347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Question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21708" y="1417320"/>
            <a:ext cx="3423514" cy="5486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6572" y="1472184"/>
            <a:ext cx="33137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Answer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945222" y="1417320"/>
            <a:ext cx="3530498" cy="5486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086" y="1472184"/>
            <a:ext cx="3420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Caveat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1965960"/>
            <a:ext cx="374446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020824"/>
            <a:ext cx="36347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Why SAC?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521708" y="1965960"/>
            <a:ext cx="342351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6572" y="2020824"/>
            <a:ext cx="33137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Strong off-policy continuous-control baseline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945222" y="1965960"/>
            <a:ext cx="353049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0086" y="2020824"/>
            <a:ext cx="3420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Matches n-step off-policy issue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2514600"/>
            <a:ext cx="374446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2569464"/>
            <a:ext cx="36347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Why n=5 failed?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521708" y="2514600"/>
            <a:ext cx="342351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6572" y="2569464"/>
            <a:ext cx="33137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Likely bias/variance + same hyperparams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945222" y="2514600"/>
            <a:ext cx="353049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0086" y="2569464"/>
            <a:ext cx="3420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Needs more seeds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3063240"/>
            <a:ext cx="374446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" y="3118104"/>
            <a:ext cx="36347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Can we claim n=3 is best?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521708" y="3063240"/>
            <a:ext cx="342351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6572" y="3118104"/>
            <a:ext cx="33137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No universal claim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945222" y="3063240"/>
            <a:ext cx="353049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0086" y="3118104"/>
            <a:ext cx="3420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Only this setting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77240" y="3611880"/>
            <a:ext cx="374446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3666744"/>
            <a:ext cx="36347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Next step?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521708" y="3611880"/>
            <a:ext cx="342351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6572" y="3666744"/>
            <a:ext cx="33137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3–5 seeds + more MuJoCo envs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945222" y="3611880"/>
            <a:ext cx="353049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0086" y="3666744"/>
            <a:ext cx="3420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</a:rPr>
              <a:t>SACn/T-SAC variants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1920240" y="498348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509320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Main defense line: bounded reproduction, real ablation, honest limitations.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03504" y="6565392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backup slide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HSE / RL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Stress-Testing n-step Soft Actor-Critic under Limited Compute</dc:title>
  <dc:subject>RL final project: n-step SAC ablation</dc:subject>
  <dc:creator>Radmir I.</dc:creator>
  <cp:lastModifiedBy>Radmir I.</cp:lastModifiedBy>
  <cp:revision>1</cp:revision>
  <dcterms:created xsi:type="dcterms:W3CDTF">2026-06-15T07:27:25Z</dcterms:created>
  <dcterms:modified xsi:type="dcterms:W3CDTF">2026-06-15T07:27:25Z</dcterms:modified>
</cp:coreProperties>
</file>